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C0C70-F076-4410-B7D1-F3578DEE3C7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5E31C-850B-49C6-A9B2-E804330E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5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5E31C-850B-49C6-A9B2-E804330E0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9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5E31C-850B-49C6-A9B2-E804330E0F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72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5F44-DD6F-4C4E-295F-5F6859AC2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FD30D-2E1D-D8B8-3BE3-C0A9C9E1D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DFC63-5B3F-D132-06CC-5F93DCCD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7F810-6C76-15A6-11E9-2F56C9E55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2D22-1136-A349-EF8C-DD71555E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1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0031-E427-F779-B2D7-D5FBDCBB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1879A-3F16-629D-6F45-D3CB3A1D3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5BA19-D44F-A2EE-F465-AA6B60D4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3B14-2129-DE61-CCD7-26C6236C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7E2F-79E0-245F-69BA-CBF9C322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0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2E91-C6BA-8825-CA63-096AA7BA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09DEB-8589-03CC-8063-0D2403AB9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74E5-6CA2-70F2-634F-22EC3D8F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93B2C-80BF-52BE-6749-43AF99D1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EAFB-CF02-28BF-DA77-092B0154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1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0B07-2905-8A2E-D677-DF58B763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CBE2-D126-1F5C-B85C-F2CA37404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4681F-1B56-94FF-6B2C-DDD7602CA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6E202-3AE0-F7BC-28CD-2E6A9972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2260A-D235-6DB2-A0BD-837D0CAE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EDCA7-B3FC-43C4-73D9-E3ED3BAE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FF68-EB56-6C19-C3B9-CA44DFE5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4E071-E866-5418-0BD4-33EE7760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E01EF-3EE8-C94C-F795-D4D4CB383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E2471-BB3A-28B9-B5D9-11A05A528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299AC-5F09-820D-4449-99FAECF29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922FE-211E-2C1C-B21D-D0397C6B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2E9B6-E4B9-4132-07BD-FB985D50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1543B-BCB7-1A11-405E-BAA372D7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2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FFAA-3ADD-DA10-D84C-CB1282C4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8CAA81-91E9-4C16-E91B-AEDC1656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6E02D-CF37-5F47-EE70-DC20DF70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A1B45-0B57-5215-B6FF-D76072A5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8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CF177-6201-88E3-46DD-9AD0B5D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A1FC6-4F6C-94A2-B855-45F12846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C5677-3A47-4FC5-2009-3AE6BC6C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09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439F-38D0-9CF0-85C9-9C8A5ED2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12AA-3B1F-E737-1F5C-677754D5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83FB7-6AC9-92F4-A394-0EF1244DF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07663-29BE-11F7-8A4A-5B7E713B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CB063-69E3-F6E2-1E6A-BC164665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6B375-095C-F960-3A89-A727CD6D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1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D18F-0753-6937-C0A1-72CD980F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5AC6B-24F5-134E-2198-B0D6DB71F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D7C60-077F-3951-2321-1394199E8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BC886-AB5F-BA6A-84DF-0B43A836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E4001-FA37-F6E3-ECA7-976DDC6E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291A8-3702-3D3F-4036-DBBC47F7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2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EAB1-7409-944D-4275-FFA77EAE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A77D0-F428-3A4C-1DD0-927B06C8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B45A9-CD2C-3957-70A1-1D53E4AD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46B67-E6DF-88BB-B28E-E9F7E4E67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6AC9C-BEE8-D4BF-9F3A-3F392EEB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6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14643-DFF0-8808-D2D2-E8B4A9365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E8650-D174-52E6-23CB-406945912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32CBE-01D1-006C-B700-34E11F97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2D45-081A-D875-2608-F57F07B6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75C8-B5DE-FB7E-EBA0-079E3F506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4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BE13F-5219-6EF9-08DB-B35588CC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D57FC-03A5-ED8C-38FA-BE2A9BEE8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33DF3-ACD6-ED81-15AF-A5FADA5FA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6A376-8ECE-4AC6-BD9C-31CBA0E9A01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F5F7F-C6DC-FD11-F1A1-B1587A88C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BCF4-C962-62AE-7CD3-B7A11E8AC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EE88A-276B-4FB8-A893-E1323817E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0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apnaSikder/CSE_430_Compiler_Design_Lab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2D1F-172C-31FC-BFA0-DA86A079A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1957" y="721521"/>
            <a:ext cx="8213557" cy="1203158"/>
          </a:xfrm>
        </p:spPr>
        <p:txBody>
          <a:bodyPr/>
          <a:lstStyle/>
          <a:p>
            <a:r>
              <a:rPr lang="en-US" b="1" dirty="0" err="1">
                <a:latin typeface="+mn-lt"/>
              </a:rPr>
              <a:t>Mini_Compiler_Project</a:t>
            </a:r>
            <a:endParaRPr lang="en-US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65908-879A-4E69-F520-886021CBD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217" y="4271795"/>
            <a:ext cx="3147360" cy="16865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3200" b="1" dirty="0"/>
              <a:t>Submitted To:</a:t>
            </a:r>
          </a:p>
          <a:p>
            <a:pPr algn="l"/>
            <a:r>
              <a:rPr lang="en-US" dirty="0"/>
              <a:t>Md. </a:t>
            </a:r>
            <a:r>
              <a:rPr lang="en-US" dirty="0" err="1"/>
              <a:t>Shafayetul</a:t>
            </a:r>
            <a:r>
              <a:rPr lang="en-US" dirty="0"/>
              <a:t> Haque</a:t>
            </a:r>
          </a:p>
          <a:p>
            <a:pPr algn="l"/>
            <a:r>
              <a:rPr lang="en-US" dirty="0"/>
              <a:t>Lecturer,</a:t>
            </a:r>
          </a:p>
          <a:p>
            <a:pPr algn="l"/>
            <a:r>
              <a:rPr lang="en-US" dirty="0"/>
              <a:t>Department of CSE,UAP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4FDA1-2D59-D491-9344-09E1AF5E9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353961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7CD60D-2CDE-8016-B744-8B68D48B374A}"/>
              </a:ext>
            </a:extLst>
          </p:cNvPr>
          <p:cNvSpPr txBox="1"/>
          <p:nvPr/>
        </p:nvSpPr>
        <p:spPr>
          <a:xfrm>
            <a:off x="3513217" y="2306941"/>
            <a:ext cx="7732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Course Code: </a:t>
            </a:r>
            <a:r>
              <a:rPr lang="en-US" sz="3200" dirty="0"/>
              <a:t>CSE 430</a:t>
            </a:r>
          </a:p>
          <a:p>
            <a:r>
              <a:rPr lang="en-US" sz="3600" b="1" dirty="0"/>
              <a:t>Course Title: </a:t>
            </a:r>
            <a:r>
              <a:rPr lang="en-US" sz="3200" dirty="0"/>
              <a:t>Compiler Design Lab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4CFE8-6690-D86E-517F-FF2C91C63600}"/>
              </a:ext>
            </a:extLst>
          </p:cNvPr>
          <p:cNvSpPr txBox="1"/>
          <p:nvPr/>
        </p:nvSpPr>
        <p:spPr>
          <a:xfrm>
            <a:off x="8220807" y="4265577"/>
            <a:ext cx="35396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Submitted By:</a:t>
            </a:r>
            <a:br>
              <a:rPr lang="en-US" dirty="0"/>
            </a:br>
            <a:r>
              <a:rPr lang="en-US" sz="2400" dirty="0"/>
              <a:t>Swapna Khanam</a:t>
            </a:r>
          </a:p>
          <a:p>
            <a:r>
              <a:rPr lang="en-US" sz="2400" dirty="0"/>
              <a:t>Reg No:21201082</a:t>
            </a:r>
          </a:p>
          <a:p>
            <a:r>
              <a:rPr lang="en-US" sz="2400" dirty="0"/>
              <a:t>Sec:B2</a:t>
            </a:r>
          </a:p>
        </p:txBody>
      </p:sp>
    </p:spTree>
    <p:extLst>
      <p:ext uri="{BB962C8B-B14F-4D97-AF65-F5344CB8AC3E}">
        <p14:creationId xmlns:p14="http://schemas.microsoft.com/office/powerpoint/2010/main" val="186383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013FE2-7A0F-60DE-27AB-C70C68D06D28}"/>
              </a:ext>
            </a:extLst>
          </p:cNvPr>
          <p:cNvSpPr txBox="1"/>
          <p:nvPr/>
        </p:nvSpPr>
        <p:spPr>
          <a:xfrm>
            <a:off x="1165382" y="574929"/>
            <a:ext cx="5935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Table of Contents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08C97-403E-FBAD-D2DE-9869171EFDCA}"/>
              </a:ext>
            </a:extLst>
          </p:cNvPr>
          <p:cNvSpPr txBox="1"/>
          <p:nvPr/>
        </p:nvSpPr>
        <p:spPr>
          <a:xfrm>
            <a:off x="1288777" y="1560679"/>
            <a:ext cx="616689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Abstract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Introduction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System Design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Project Structure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Tasks Overview (1–7)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Implementation Commands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Results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Conclusion &amp; Future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4A57-1410-B138-0B21-C76DB95E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384" y="0"/>
            <a:ext cx="438161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99A17A-8E4C-CF2E-5950-46C65B07AC9D}"/>
              </a:ext>
            </a:extLst>
          </p:cNvPr>
          <p:cNvSpPr txBox="1"/>
          <p:nvPr/>
        </p:nvSpPr>
        <p:spPr>
          <a:xfrm>
            <a:off x="11851758" y="6488668"/>
            <a:ext cx="68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690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231FC0-78BC-ADAF-CC7D-5C4641C794E5}"/>
              </a:ext>
            </a:extLst>
          </p:cNvPr>
          <p:cNvSpPr txBox="1"/>
          <p:nvPr/>
        </p:nvSpPr>
        <p:spPr>
          <a:xfrm>
            <a:off x="4621549" y="579587"/>
            <a:ext cx="41228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BBCAD-9D95-0AD6-F2A0-AEEB87487391}"/>
              </a:ext>
            </a:extLst>
          </p:cNvPr>
          <p:cNvSpPr txBox="1"/>
          <p:nvPr/>
        </p:nvSpPr>
        <p:spPr>
          <a:xfrm>
            <a:off x="1111821" y="1643994"/>
            <a:ext cx="1059839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This project demonstrates the complete compilation process for a simplified programming language.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It includes all major compiler phases: Lexical Analysis, Syntax Analysis, AST generation, </a:t>
            </a:r>
            <a:r>
              <a:rPr lang="en-US" sz="3200" dirty="0" err="1"/>
              <a:t>Intermedite</a:t>
            </a:r>
            <a:r>
              <a:rPr lang="en-US" sz="3200" dirty="0"/>
              <a:t> Code Generation, Optimization, and Assembly Code Generation.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Tools used: Flex, Bison, GCC, and Python.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86463-ADA9-14AA-6A88-FDB40622FD13}"/>
              </a:ext>
            </a:extLst>
          </p:cNvPr>
          <p:cNvSpPr txBox="1"/>
          <p:nvPr/>
        </p:nvSpPr>
        <p:spPr>
          <a:xfrm>
            <a:off x="11853530" y="6488668"/>
            <a:ext cx="84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06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3B46C-35DE-EE01-3CC9-96787D5D3554}"/>
              </a:ext>
            </a:extLst>
          </p:cNvPr>
          <p:cNvSpPr txBox="1"/>
          <p:nvPr/>
        </p:nvSpPr>
        <p:spPr>
          <a:xfrm>
            <a:off x="4240291" y="606936"/>
            <a:ext cx="5678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80EA6-6D08-9E31-4C5D-4637E0D9EE80}"/>
              </a:ext>
            </a:extLst>
          </p:cNvPr>
          <p:cNvSpPr txBox="1"/>
          <p:nvPr/>
        </p:nvSpPr>
        <p:spPr>
          <a:xfrm>
            <a:off x="1174179" y="1733065"/>
            <a:ext cx="1041132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Objective: Design and implement a small compiler to translate source code into optimized intermediate and assembly representations.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Each phase developed modularly using C, Lex, </a:t>
            </a:r>
            <a:r>
              <a:rPr lang="en-US" sz="3200" dirty="0" err="1"/>
              <a:t>Yacc</a:t>
            </a:r>
            <a:r>
              <a:rPr lang="en-US" sz="3200" dirty="0"/>
              <a:t>, and Python.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Focused on language analysis, translation, and optimization.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52DF1-3348-9D36-8CF4-023D0D52461C}"/>
              </a:ext>
            </a:extLst>
          </p:cNvPr>
          <p:cNvSpPr txBox="1"/>
          <p:nvPr/>
        </p:nvSpPr>
        <p:spPr>
          <a:xfrm>
            <a:off x="11857074" y="6485860"/>
            <a:ext cx="669851" cy="372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78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1CE8C-2E46-BC87-E455-13E1F0CB768B}"/>
              </a:ext>
            </a:extLst>
          </p:cNvPr>
          <p:cNvSpPr txBox="1"/>
          <p:nvPr/>
        </p:nvSpPr>
        <p:spPr>
          <a:xfrm>
            <a:off x="2691451" y="544734"/>
            <a:ext cx="3689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System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86ADA-1F8C-D488-E5A6-66D73D26E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541" y="1206652"/>
            <a:ext cx="2979174" cy="5220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4A0689-86B1-8556-BCEC-C0F9A4A58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91" y="1314175"/>
            <a:ext cx="7912484" cy="46638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F7D9CE-4EAC-DD6F-B189-08F511359233}"/>
              </a:ext>
            </a:extLst>
          </p:cNvPr>
          <p:cNvSpPr txBox="1"/>
          <p:nvPr/>
        </p:nvSpPr>
        <p:spPr>
          <a:xfrm>
            <a:off x="11830493" y="6488668"/>
            <a:ext cx="72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2578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0AD756-D2F0-47A2-C763-95489932223E}"/>
              </a:ext>
            </a:extLst>
          </p:cNvPr>
          <p:cNvSpPr txBox="1"/>
          <p:nvPr/>
        </p:nvSpPr>
        <p:spPr>
          <a:xfrm>
            <a:off x="1035304" y="661152"/>
            <a:ext cx="47484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Project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55B88-4F73-BE4F-4C1C-B50F267CD8E8}"/>
              </a:ext>
            </a:extLst>
          </p:cNvPr>
          <p:cNvSpPr txBox="1"/>
          <p:nvPr/>
        </p:nvSpPr>
        <p:spPr>
          <a:xfrm>
            <a:off x="1035304" y="1693218"/>
            <a:ext cx="667248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The project contains multiple task folders and output files.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Each folder includes its respective code (lex/</a:t>
            </a:r>
            <a:r>
              <a:rPr lang="en-US" sz="3200" dirty="0" err="1"/>
              <a:t>yacc</a:t>
            </a:r>
            <a:r>
              <a:rPr lang="en-US" sz="3200" dirty="0"/>
              <a:t> files, Python scripts, input/output files).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Outputs are stored in the 'outputs/' directory.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18DB4-78E1-ED2D-3CCB-892E5813E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786" y="123048"/>
            <a:ext cx="3732446" cy="2615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54F80E-3FE0-9B77-2EB3-BE68C3B30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456" y="2738138"/>
            <a:ext cx="3771775" cy="25122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88D9B4-DE4B-07A7-5194-7B46EF27A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786" y="5250425"/>
            <a:ext cx="3732445" cy="1492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413078-A415-5F9B-F93A-B7ABDFFC72F9}"/>
              </a:ext>
            </a:extLst>
          </p:cNvPr>
          <p:cNvSpPr txBox="1"/>
          <p:nvPr/>
        </p:nvSpPr>
        <p:spPr>
          <a:xfrm>
            <a:off x="11846269" y="6488668"/>
            <a:ext cx="691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01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CA9D4-8E67-586D-B6E5-D714C8271314}"/>
              </a:ext>
            </a:extLst>
          </p:cNvPr>
          <p:cNvSpPr txBox="1"/>
          <p:nvPr/>
        </p:nvSpPr>
        <p:spPr>
          <a:xfrm>
            <a:off x="4018289" y="523270"/>
            <a:ext cx="5855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Tasks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4F79D-BD5A-B906-89B6-0722B45BA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28" y="1781508"/>
            <a:ext cx="7628281" cy="41685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32D057-3B7A-8B1D-F0B8-BDE689B1C60D}"/>
              </a:ext>
            </a:extLst>
          </p:cNvPr>
          <p:cNvSpPr txBox="1"/>
          <p:nvPr/>
        </p:nvSpPr>
        <p:spPr>
          <a:xfrm>
            <a:off x="11841125" y="6488668"/>
            <a:ext cx="701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7652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91A49-4FC9-621D-7FA3-C620A064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77" y="1245200"/>
            <a:ext cx="7910245" cy="40922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CF503B-EF53-D694-CCDD-FEDF01BE8C6B}"/>
              </a:ext>
            </a:extLst>
          </p:cNvPr>
          <p:cNvSpPr txBox="1"/>
          <p:nvPr/>
        </p:nvSpPr>
        <p:spPr>
          <a:xfrm>
            <a:off x="11883656" y="6488668"/>
            <a:ext cx="39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287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9D8052-E090-DDD7-5AD7-A1EA3A0C1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707" y="3335865"/>
            <a:ext cx="8085521" cy="3443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4558A4-1FE4-B988-738D-81A59C7C4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707" y="211394"/>
            <a:ext cx="7750212" cy="31244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F0A840-81B3-BF39-BF41-4FA068C2B14C}"/>
              </a:ext>
            </a:extLst>
          </p:cNvPr>
          <p:cNvSpPr txBox="1"/>
          <p:nvPr/>
        </p:nvSpPr>
        <p:spPr>
          <a:xfrm>
            <a:off x="11846442" y="6488668"/>
            <a:ext cx="69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9879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286B3C-B929-AF1E-F774-873E8A103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758" y="707465"/>
            <a:ext cx="8702794" cy="4892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FCBEB9-A237-6AE9-685E-8CAEDE1A69AD}"/>
              </a:ext>
            </a:extLst>
          </p:cNvPr>
          <p:cNvSpPr txBox="1"/>
          <p:nvPr/>
        </p:nvSpPr>
        <p:spPr>
          <a:xfrm>
            <a:off x="11867707" y="6488668"/>
            <a:ext cx="648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553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17A374-B613-1DEF-2D64-4B60712755A1}"/>
              </a:ext>
            </a:extLst>
          </p:cNvPr>
          <p:cNvSpPr txBox="1"/>
          <p:nvPr/>
        </p:nvSpPr>
        <p:spPr>
          <a:xfrm>
            <a:off x="1983540" y="759210"/>
            <a:ext cx="490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CDAC7-763F-77F4-90E9-EDCD0A7C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40" y="1593913"/>
            <a:ext cx="8224919" cy="3276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D0A2C9-F129-8606-E87B-59D091C15E6D}"/>
              </a:ext>
            </a:extLst>
          </p:cNvPr>
          <p:cNvSpPr txBox="1"/>
          <p:nvPr/>
        </p:nvSpPr>
        <p:spPr>
          <a:xfrm>
            <a:off x="1884170" y="5001320"/>
            <a:ext cx="59195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Full project can be executed via 'run_and_show.sh'.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E28B5-6382-5654-F4A8-D951CCCEA2AD}"/>
              </a:ext>
            </a:extLst>
          </p:cNvPr>
          <p:cNvSpPr txBox="1"/>
          <p:nvPr/>
        </p:nvSpPr>
        <p:spPr>
          <a:xfrm>
            <a:off x="11745432" y="6488668"/>
            <a:ext cx="53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93862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5B882F-84B9-1C82-EE8F-8F435D8C83E3}"/>
              </a:ext>
            </a:extLst>
          </p:cNvPr>
          <p:cNvSpPr txBox="1"/>
          <p:nvPr/>
        </p:nvSpPr>
        <p:spPr>
          <a:xfrm>
            <a:off x="4970466" y="380353"/>
            <a:ext cx="4940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14343-61C0-C702-93CC-B9F01211F9B3}"/>
              </a:ext>
            </a:extLst>
          </p:cNvPr>
          <p:cNvSpPr txBox="1"/>
          <p:nvPr/>
        </p:nvSpPr>
        <p:spPr>
          <a:xfrm>
            <a:off x="1405754" y="1257949"/>
            <a:ext cx="957713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Each compiler phase successfully executed.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/>
              <a:t>Generated outputs stored in the outputs/ directory:</a:t>
            </a:r>
          </a:p>
          <a:p>
            <a:r>
              <a:rPr lang="en-US" sz="3200" dirty="0"/>
              <a:t>   - task1_lexer_output.txt</a:t>
            </a:r>
          </a:p>
          <a:p>
            <a:r>
              <a:rPr lang="en-US" sz="3200" dirty="0"/>
              <a:t>   - task2_symbol_table_output.txt</a:t>
            </a:r>
          </a:p>
          <a:p>
            <a:r>
              <a:rPr lang="en-US" sz="3200" dirty="0"/>
              <a:t>   - task3_syntax_output.txt</a:t>
            </a:r>
          </a:p>
          <a:p>
            <a:r>
              <a:rPr lang="en-US" sz="3200" dirty="0"/>
              <a:t>   - task4_ast_output.txt</a:t>
            </a:r>
          </a:p>
          <a:p>
            <a:r>
              <a:rPr lang="en-US" sz="3200" dirty="0"/>
              <a:t>   - task5_icg_output.txt</a:t>
            </a:r>
          </a:p>
          <a:p>
            <a:r>
              <a:rPr lang="en-US" sz="3200" dirty="0"/>
              <a:t>   - task6_optimization_output.txt</a:t>
            </a:r>
          </a:p>
          <a:p>
            <a:r>
              <a:rPr lang="en-US" sz="3200" dirty="0"/>
              <a:t>   - task7_assembly_output.txt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BB581-30A7-E462-56A2-40F6D1BD2A51}"/>
              </a:ext>
            </a:extLst>
          </p:cNvPr>
          <p:cNvSpPr txBox="1"/>
          <p:nvPr/>
        </p:nvSpPr>
        <p:spPr>
          <a:xfrm>
            <a:off x="11738343" y="6488668"/>
            <a:ext cx="74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759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5975C-6B0F-F23F-B512-8C1903B2AFB2}"/>
              </a:ext>
            </a:extLst>
          </p:cNvPr>
          <p:cNvSpPr txBox="1"/>
          <p:nvPr/>
        </p:nvSpPr>
        <p:spPr>
          <a:xfrm>
            <a:off x="804174" y="848364"/>
            <a:ext cx="60618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 1 - Lexical Analysis(Tokenizer)</a:t>
            </a:r>
            <a:endParaRPr lang="en-US" sz="3200" dirty="0"/>
          </a:p>
          <a:p>
            <a:r>
              <a:rPr lang="en-US" sz="3200" b="1" dirty="0"/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2D5B8-82C9-4B54-7C2F-016ED1E0D177}"/>
              </a:ext>
            </a:extLst>
          </p:cNvPr>
          <p:cNvSpPr txBox="1"/>
          <p:nvPr/>
        </p:nvSpPr>
        <p:spPr>
          <a:xfrm>
            <a:off x="804175" y="1402362"/>
            <a:ext cx="1475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9CE45-E4A5-FF09-E07A-BE17F015D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75" y="2108735"/>
            <a:ext cx="2880360" cy="225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4E599B-39FC-2A26-AB30-A80BA098B107}"/>
              </a:ext>
            </a:extLst>
          </p:cNvPr>
          <p:cNvSpPr txBox="1"/>
          <p:nvPr/>
        </p:nvSpPr>
        <p:spPr>
          <a:xfrm>
            <a:off x="4050230" y="1526139"/>
            <a:ext cx="2422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C8B72-6CC2-37FD-51CE-4D7EC7217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112" y="2078830"/>
            <a:ext cx="3040380" cy="3960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AE6356-EDDB-8A3F-983F-9995D0F8E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492" y="109238"/>
            <a:ext cx="2918460" cy="3785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62532-5804-979E-B0C7-4F96FF70D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92" y="3895174"/>
            <a:ext cx="2918460" cy="28803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54675D-95B4-22F8-BFE9-BA1D0D8A42F1}"/>
              </a:ext>
            </a:extLst>
          </p:cNvPr>
          <p:cNvSpPr txBox="1"/>
          <p:nvPr/>
        </p:nvSpPr>
        <p:spPr>
          <a:xfrm>
            <a:off x="11809227" y="6488668"/>
            <a:ext cx="76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67367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A9F83-FC04-834C-176B-132289CAFA9D}"/>
              </a:ext>
            </a:extLst>
          </p:cNvPr>
          <p:cNvSpPr txBox="1"/>
          <p:nvPr/>
        </p:nvSpPr>
        <p:spPr>
          <a:xfrm>
            <a:off x="625642" y="848408"/>
            <a:ext cx="74595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Task 2 - Symbol Table Construction</a:t>
            </a:r>
            <a:endParaRPr lang="en-US" sz="3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2FB683-E8BA-9515-62DD-FEACC1563556}"/>
              </a:ext>
            </a:extLst>
          </p:cNvPr>
          <p:cNvSpPr txBox="1"/>
          <p:nvPr/>
        </p:nvSpPr>
        <p:spPr>
          <a:xfrm>
            <a:off x="625642" y="1854715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BB86C-DB5A-ED80-F2FE-499056383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42" y="2667000"/>
            <a:ext cx="2880360" cy="213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C50E33-C68E-8042-EB39-2BDE9C665DE6}"/>
              </a:ext>
            </a:extLst>
          </p:cNvPr>
          <p:cNvSpPr txBox="1"/>
          <p:nvPr/>
        </p:nvSpPr>
        <p:spPr>
          <a:xfrm>
            <a:off x="5582254" y="1854715"/>
            <a:ext cx="2101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CB2CE-BB2F-CDB3-4350-08731BE5B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949" y="2667001"/>
            <a:ext cx="3977640" cy="2133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09A344-C40E-E301-5C54-6329637C0016}"/>
              </a:ext>
            </a:extLst>
          </p:cNvPr>
          <p:cNvSpPr txBox="1"/>
          <p:nvPr/>
        </p:nvSpPr>
        <p:spPr>
          <a:xfrm>
            <a:off x="11748976" y="6488668"/>
            <a:ext cx="701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4024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DAAB7-2979-A82F-B65F-A1DEAF8EEA6E}"/>
              </a:ext>
            </a:extLst>
          </p:cNvPr>
          <p:cNvSpPr txBox="1"/>
          <p:nvPr/>
        </p:nvSpPr>
        <p:spPr>
          <a:xfrm>
            <a:off x="946485" y="513975"/>
            <a:ext cx="44597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 3 - Syntax Analysis</a:t>
            </a:r>
            <a:endParaRPr lang="en-US" sz="3200" dirty="0"/>
          </a:p>
          <a:p>
            <a:r>
              <a:rPr lang="en-US" sz="3200" b="1" dirty="0"/>
              <a:t> 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FA0D5-FD56-1EC7-9A56-6D7FA4957E5F}"/>
              </a:ext>
            </a:extLst>
          </p:cNvPr>
          <p:cNvSpPr txBox="1"/>
          <p:nvPr/>
        </p:nvSpPr>
        <p:spPr>
          <a:xfrm>
            <a:off x="866273" y="1198167"/>
            <a:ext cx="2310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F7581-AE61-24EC-6365-42DEBD583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5" y="1731507"/>
            <a:ext cx="3063240" cy="20726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D64B19-0A5D-EACF-93FE-BCFE81267032}"/>
              </a:ext>
            </a:extLst>
          </p:cNvPr>
          <p:cNvSpPr txBox="1"/>
          <p:nvPr/>
        </p:nvSpPr>
        <p:spPr>
          <a:xfrm>
            <a:off x="4523874" y="1183437"/>
            <a:ext cx="1764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9FD0B9-E71C-715F-87D7-58012D6C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874" y="1679789"/>
            <a:ext cx="3467100" cy="475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FFD76-4744-CCFE-0BAD-F164DBAF5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974" y="1676614"/>
            <a:ext cx="2979420" cy="4762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7389B9-6DD3-125F-F15B-04D75F83654E}"/>
              </a:ext>
            </a:extLst>
          </p:cNvPr>
          <p:cNvSpPr txBox="1"/>
          <p:nvPr/>
        </p:nvSpPr>
        <p:spPr>
          <a:xfrm>
            <a:off x="11756065" y="6488668"/>
            <a:ext cx="435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859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46DA0-15B4-FEDB-E9C3-C7ECF73F27BB}"/>
              </a:ext>
            </a:extLst>
          </p:cNvPr>
          <p:cNvSpPr txBox="1"/>
          <p:nvPr/>
        </p:nvSpPr>
        <p:spPr>
          <a:xfrm>
            <a:off x="1138988" y="871567"/>
            <a:ext cx="61922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 4 - Abstract Syntax Tree (AST)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A8EB9-D6F4-330F-0D22-43C5C2A8A71C}"/>
              </a:ext>
            </a:extLst>
          </p:cNvPr>
          <p:cNvSpPr txBox="1"/>
          <p:nvPr/>
        </p:nvSpPr>
        <p:spPr>
          <a:xfrm>
            <a:off x="1138988" y="1602905"/>
            <a:ext cx="2855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84C34-47D9-1DA9-91FF-1CEF50D1D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90" y="2468736"/>
            <a:ext cx="2804160" cy="22631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1E6914-B5CB-4788-2B01-11F836F7CF8D}"/>
              </a:ext>
            </a:extLst>
          </p:cNvPr>
          <p:cNvSpPr txBox="1"/>
          <p:nvPr/>
        </p:nvSpPr>
        <p:spPr>
          <a:xfrm>
            <a:off x="6448925" y="1552732"/>
            <a:ext cx="1764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819A7-D4C2-863D-14D8-7F3E7BBB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19" y="2075952"/>
            <a:ext cx="4175760" cy="3939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3078CE-7A56-582D-FE6F-402668211EEF}"/>
              </a:ext>
            </a:extLst>
          </p:cNvPr>
          <p:cNvSpPr txBox="1"/>
          <p:nvPr/>
        </p:nvSpPr>
        <p:spPr>
          <a:xfrm>
            <a:off x="11787963" y="6488668"/>
            <a:ext cx="51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46295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F5E51B-E053-06ED-9F7C-F502076A8340}"/>
              </a:ext>
            </a:extLst>
          </p:cNvPr>
          <p:cNvSpPr txBox="1"/>
          <p:nvPr/>
        </p:nvSpPr>
        <p:spPr>
          <a:xfrm>
            <a:off x="1347536" y="722235"/>
            <a:ext cx="69462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 5 - Intermediate Code Generation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FF2D8-3384-79D6-01D2-A468D38F403C}"/>
              </a:ext>
            </a:extLst>
          </p:cNvPr>
          <p:cNvSpPr txBox="1"/>
          <p:nvPr/>
        </p:nvSpPr>
        <p:spPr>
          <a:xfrm>
            <a:off x="1391051" y="1547823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7FED8-B623-4CF4-1E43-01ADC028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51" y="2358390"/>
            <a:ext cx="3070860" cy="2141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E2E62F-2BF6-16BE-D01A-5723DD157838}"/>
              </a:ext>
            </a:extLst>
          </p:cNvPr>
          <p:cNvSpPr txBox="1"/>
          <p:nvPr/>
        </p:nvSpPr>
        <p:spPr>
          <a:xfrm>
            <a:off x="6529137" y="1447979"/>
            <a:ext cx="2021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376B9-251E-706B-FE4B-57F61C111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998" y="1954987"/>
            <a:ext cx="3177540" cy="4160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4987F1-A8C2-67FD-2BC4-674F1A1DBE0D}"/>
              </a:ext>
            </a:extLst>
          </p:cNvPr>
          <p:cNvSpPr txBox="1"/>
          <p:nvPr/>
        </p:nvSpPr>
        <p:spPr>
          <a:xfrm>
            <a:off x="11777330" y="6488668"/>
            <a:ext cx="51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21989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BA4506-D9E4-AF02-735B-839EA0AC8EA1}"/>
              </a:ext>
            </a:extLst>
          </p:cNvPr>
          <p:cNvSpPr txBox="1"/>
          <p:nvPr/>
        </p:nvSpPr>
        <p:spPr>
          <a:xfrm>
            <a:off x="1042736" y="1040609"/>
            <a:ext cx="56789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 6 - Code Optimization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7787A-A648-F5F9-E3ED-7FB36CDDF83C}"/>
              </a:ext>
            </a:extLst>
          </p:cNvPr>
          <p:cNvSpPr txBox="1"/>
          <p:nvPr/>
        </p:nvSpPr>
        <p:spPr>
          <a:xfrm>
            <a:off x="1331494" y="1902383"/>
            <a:ext cx="1540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999A8-FB44-6F01-F45F-4C5AFB5D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66" y="2510006"/>
            <a:ext cx="3025140" cy="3337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C484F-E23D-0691-E29F-D442EAAE0837}"/>
              </a:ext>
            </a:extLst>
          </p:cNvPr>
          <p:cNvSpPr txBox="1"/>
          <p:nvPr/>
        </p:nvSpPr>
        <p:spPr>
          <a:xfrm>
            <a:off x="5406189" y="1986786"/>
            <a:ext cx="205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7D2E36-3CA9-F73D-483A-08EEE4640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516" y="2594409"/>
            <a:ext cx="5943600" cy="2792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E1C671-AB0C-FE67-3BBD-2FB8AACAE396}"/>
              </a:ext>
            </a:extLst>
          </p:cNvPr>
          <p:cNvSpPr txBox="1"/>
          <p:nvPr/>
        </p:nvSpPr>
        <p:spPr>
          <a:xfrm>
            <a:off x="11780874" y="6488668"/>
            <a:ext cx="60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17112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BFD699-DF3A-E061-A888-41E9ED1EDA61}"/>
              </a:ext>
            </a:extLst>
          </p:cNvPr>
          <p:cNvSpPr txBox="1"/>
          <p:nvPr/>
        </p:nvSpPr>
        <p:spPr>
          <a:xfrm>
            <a:off x="1171075" y="1033373"/>
            <a:ext cx="7010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Task 7 - Assembly Code Generation</a:t>
            </a:r>
            <a:endParaRPr lang="en-US" sz="3200" dirty="0"/>
          </a:p>
          <a:p>
            <a:r>
              <a:rPr lang="en-US" sz="3200" b="1" dirty="0"/>
              <a:t> </a:t>
            </a:r>
            <a:endParaRPr lang="en-US" sz="32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42E74-93EC-3CFA-EDB6-E545DC90E5CB}"/>
              </a:ext>
            </a:extLst>
          </p:cNvPr>
          <p:cNvSpPr txBox="1"/>
          <p:nvPr/>
        </p:nvSpPr>
        <p:spPr>
          <a:xfrm>
            <a:off x="1179496" y="1895147"/>
            <a:ext cx="189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F4418-4D2E-FCC6-8DEA-C9F2F38DF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1" y="2603032"/>
            <a:ext cx="2903220" cy="2903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FF1EE0-F3C4-3895-A0BF-F8D7B4AE7778}"/>
              </a:ext>
            </a:extLst>
          </p:cNvPr>
          <p:cNvSpPr txBox="1"/>
          <p:nvPr/>
        </p:nvSpPr>
        <p:spPr>
          <a:xfrm>
            <a:off x="5177790" y="1768627"/>
            <a:ext cx="1379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9B08F-84EA-4791-5CD0-85C7B526C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675" y="2233702"/>
            <a:ext cx="5943600" cy="3967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68DD03-D101-24A3-E41D-98E25997A7CC}"/>
              </a:ext>
            </a:extLst>
          </p:cNvPr>
          <p:cNvSpPr txBox="1"/>
          <p:nvPr/>
        </p:nvSpPr>
        <p:spPr>
          <a:xfrm>
            <a:off x="11766697" y="6488668"/>
            <a:ext cx="51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549138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C2D21E-3A69-3B93-5FB5-D29A6B30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130" y="585027"/>
            <a:ext cx="8687553" cy="4892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777853-AEDD-0F04-16D6-B2F26564B06A}"/>
              </a:ext>
            </a:extLst>
          </p:cNvPr>
          <p:cNvSpPr txBox="1"/>
          <p:nvPr/>
        </p:nvSpPr>
        <p:spPr>
          <a:xfrm>
            <a:off x="11770242" y="6488668"/>
            <a:ext cx="69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75AA3-E657-2F89-AC67-8FEE742F7487}"/>
              </a:ext>
            </a:extLst>
          </p:cNvPr>
          <p:cNvSpPr txBox="1"/>
          <p:nvPr/>
        </p:nvSpPr>
        <p:spPr>
          <a:xfrm>
            <a:off x="1265620" y="5903641"/>
            <a:ext cx="2105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More_Details_Link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5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405</Words>
  <Application>Microsoft Office PowerPoint</Application>
  <PresentationFormat>Widescreen</PresentationFormat>
  <Paragraphs>92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Mini_Compiler_Project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swapnasikder55@gmail.com</dc:creator>
  <cp:lastModifiedBy>swapnasikder55@gmail.com</cp:lastModifiedBy>
  <cp:revision>2</cp:revision>
  <dcterms:created xsi:type="dcterms:W3CDTF">2025-10-18T13:33:12Z</dcterms:created>
  <dcterms:modified xsi:type="dcterms:W3CDTF">2025-10-18T16:46:23Z</dcterms:modified>
</cp:coreProperties>
</file>