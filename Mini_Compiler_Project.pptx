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6" r:id="rId10"/>
    <p:sldId id="267" r:id="rId11"/>
    <p:sldId id="263" r:id="rId12"/>
    <p:sldId id="264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C0C70-F076-4410-B7D1-F3578DEE3C7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25E31C-850B-49C6-A9B2-E804330E0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8526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25E31C-850B-49C6-A9B2-E804330E0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495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E25E31C-850B-49C6-A9B2-E804330E0FF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572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55F44-DD6F-4C4E-295F-5F6859AC29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7FD30D-2E1D-D8B8-3BE3-C0A9C9E1DA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4DFC63-5B3F-D132-06CC-5F93DCCDCB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7F810-6C76-15A6-11E9-2F56C9E55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A2D22-1136-A349-EF8C-DD71555EE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114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570031-E427-F779-B2D7-D5FBDCBBF3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1879A-3F16-629D-6F45-D3CB3A1D3C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A5BA19-D44F-A2EE-F465-AA6B60D4A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6B3B14-2129-DE61-CCD7-26C6236C76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F27E2F-79E0-245F-69BA-CBF9C322F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8063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D22E91-C6BA-8825-CA63-096AA7BA5B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09DEB-8589-03CC-8063-0D2403AB9E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5A74E5-6CA2-70F2-634F-22EC3D8F6E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93B2C-80BF-52BE-6749-43AF99D1D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16EAFB-CF02-28BF-DA77-092B01546E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23158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4A0B07-2905-8A2E-D677-DF58B763A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FCBE2-D126-1F5C-B85C-F2CA374040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04681F-1B56-94FF-6B2C-DDD7602CAA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56E202-3AE0-F7BC-28CD-2E6A9972C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32260A-D235-6DB2-A0BD-837D0CAE1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FEDCA7-B3FC-43C4-73D9-E3ED3BAEE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0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4FF68-EB56-6C19-C3B9-CA44DFE5D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4E071-E866-5418-0BD4-33EE7760A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FE01EF-3EE8-C94C-F795-D4D4CB383B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3E2471-BB3A-28B9-B5D9-11A05A528A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0299AC-5F09-820D-4449-99FAECF295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922FE-211E-2C1C-B21D-D0397C6B96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532E9B6-E4B9-4132-07BD-FB985D508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21543B-BCB7-1A11-405E-BAA372D77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3127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8BFFAA-3ADD-DA10-D84C-CB1282C41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F8CAA81-91E9-4C16-E91B-AEDC16566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C26E02D-CF37-5F47-EE70-DC20DF708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DA1B45-0B57-5215-B6FF-D76072A5F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99819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9CF177-6201-88E3-46DD-9AD0B5D24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6A1FC6-4F6C-94A2-B855-45F1284622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3C5677-3A47-4FC5-2009-3AE6BC6CB8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509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2439F-38D0-9CF0-85C9-9C8A5ED23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9712AA-3B1F-E737-1F5C-677754D5A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D83FB7-6AC9-92F4-A394-0EF1244DF0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807663-29BE-11F7-8A4A-5B7E713BE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6CB063-69E3-F6E2-1E6A-BC16466520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B6B375-095C-F960-3A89-A727CD6D9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46179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BD18F-0753-6937-C0A1-72CD980F8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C5AC6B-24F5-134E-2198-B0D6DB71FC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AD7C60-077F-3951-2321-1394199E86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0BC886-AB5F-BA6A-84DF-0B43A836B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E4001-FA37-F6E3-ECA7-976DDC6E92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F291A8-3702-3D3F-4036-DBBC47F7C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121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3EAB1-7409-944D-4275-FFA77EAEB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5A77D0-F428-3A4C-1DD0-927B06C8E8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FB45A9-CD2C-3957-70A1-1D53E4AD0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046B67-E6DF-88BB-B28E-E9F7E4E67D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6AC9C-BEE8-D4BF-9F3A-3F392EEBC9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468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3914643-DFF0-8808-D2D2-E8B4A9365C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2E8650-D174-52E6-23CB-4069459123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32CBE-01D1-006C-B700-34E11F975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212D45-081A-D875-2608-F57F07B68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875C8-B5DE-FB7E-EBA0-079E3F5060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4443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2BE13F-5219-6EF9-08DB-B35588CC9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ED57FC-03A5-ED8C-38FA-BE2A9BEE8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233DF3-ACD6-ED81-15AF-A5FADA5FAB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56A376-8ECE-4AC6-BD9C-31CBA0E9A01C}" type="datetimeFigureOut">
              <a:rPr lang="en-US" smtClean="0"/>
              <a:t>10/18/2025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F5F7F-C6DC-FD11-F1A1-B1587A88CD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0BCF4-C962-62AE-7CD3-B7A11E8AC4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EEE88A-276B-4FB8-A893-E1323817EA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608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wapnaSikder/CSE_430_Compiler_Design_Lab" TargetMode="External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62D1F-172C-31FC-BFA0-DA86A079A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31957" y="721521"/>
            <a:ext cx="8213557" cy="1203158"/>
          </a:xfrm>
        </p:spPr>
        <p:txBody>
          <a:bodyPr/>
          <a:lstStyle/>
          <a:p>
            <a:r>
              <a:rPr lang="en-US" b="1" dirty="0" err="1">
                <a:latin typeface="+mn-lt"/>
              </a:rPr>
              <a:t>Mini_Compiler_Project</a:t>
            </a:r>
            <a:endParaRPr lang="en-US" b="1" dirty="0">
              <a:latin typeface="+mn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265908-879A-4E69-F520-886021CBD6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13217" y="4271795"/>
            <a:ext cx="3147360" cy="1686553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3200" b="1" dirty="0"/>
              <a:t>Submitted To:</a:t>
            </a:r>
          </a:p>
          <a:p>
            <a:pPr algn="l"/>
            <a:r>
              <a:rPr lang="en-US" dirty="0"/>
              <a:t>Md. </a:t>
            </a:r>
            <a:r>
              <a:rPr lang="en-US" dirty="0" err="1"/>
              <a:t>Shafayetul</a:t>
            </a:r>
            <a:r>
              <a:rPr lang="en-US" dirty="0"/>
              <a:t> Haque</a:t>
            </a:r>
          </a:p>
          <a:p>
            <a:pPr algn="l"/>
            <a:r>
              <a:rPr lang="en-US" dirty="0"/>
              <a:t>Lecturer,</a:t>
            </a:r>
          </a:p>
          <a:p>
            <a:pPr algn="l"/>
            <a:r>
              <a:rPr lang="en-US" dirty="0"/>
              <a:t>Department of CSE,UAP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CD4FDA1-2D59-D491-9344-09E1AF5E9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1"/>
            <a:ext cx="3539613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17CD60D-2CDE-8016-B744-8B68D48B374A}"/>
              </a:ext>
            </a:extLst>
          </p:cNvPr>
          <p:cNvSpPr txBox="1"/>
          <p:nvPr/>
        </p:nvSpPr>
        <p:spPr>
          <a:xfrm>
            <a:off x="3513217" y="2306941"/>
            <a:ext cx="77322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/>
              <a:t>Course Code: </a:t>
            </a:r>
            <a:r>
              <a:rPr lang="en-US" sz="3200" dirty="0"/>
              <a:t>CSE 430</a:t>
            </a:r>
          </a:p>
          <a:p>
            <a:r>
              <a:rPr lang="en-US" sz="3600" b="1" dirty="0"/>
              <a:t>Course Title: </a:t>
            </a:r>
            <a:r>
              <a:rPr lang="en-US" sz="3200" dirty="0"/>
              <a:t>Compiler Design Lab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14CFE8-6690-D86E-517F-FF2C91C63600}"/>
              </a:ext>
            </a:extLst>
          </p:cNvPr>
          <p:cNvSpPr txBox="1"/>
          <p:nvPr/>
        </p:nvSpPr>
        <p:spPr>
          <a:xfrm>
            <a:off x="8220807" y="4265577"/>
            <a:ext cx="3539612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Submitted By:</a:t>
            </a:r>
            <a:br>
              <a:rPr lang="en-US" dirty="0"/>
            </a:br>
            <a:r>
              <a:rPr lang="en-US" sz="2400" dirty="0"/>
              <a:t>Swapna Khanam</a:t>
            </a:r>
          </a:p>
          <a:p>
            <a:r>
              <a:rPr lang="en-US" sz="2400" dirty="0"/>
              <a:t>Reg No:21201082</a:t>
            </a:r>
          </a:p>
          <a:p>
            <a:r>
              <a:rPr lang="en-US" sz="2400" dirty="0"/>
              <a:t>SEC:B2</a:t>
            </a:r>
          </a:p>
        </p:txBody>
      </p:sp>
    </p:spTree>
    <p:extLst>
      <p:ext uri="{BB962C8B-B14F-4D97-AF65-F5344CB8AC3E}">
        <p14:creationId xmlns:p14="http://schemas.microsoft.com/office/powerpoint/2010/main" val="1863837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013FE2-7A0F-60DE-27AB-C70C68D06D28}"/>
              </a:ext>
            </a:extLst>
          </p:cNvPr>
          <p:cNvSpPr txBox="1"/>
          <p:nvPr/>
        </p:nvSpPr>
        <p:spPr>
          <a:xfrm>
            <a:off x="1165382" y="574929"/>
            <a:ext cx="593557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Table of Contents</a:t>
            </a:r>
            <a:endParaRPr lang="en-US" sz="4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408C97-403E-FBAD-D2DE-9869171EFDCA}"/>
              </a:ext>
            </a:extLst>
          </p:cNvPr>
          <p:cNvSpPr txBox="1"/>
          <p:nvPr/>
        </p:nvSpPr>
        <p:spPr>
          <a:xfrm>
            <a:off x="1288777" y="1560679"/>
            <a:ext cx="616689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/>
              <a:t>Abstract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/>
              <a:t>Introduction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/>
              <a:t>System Design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/>
              <a:t>Project Structure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/>
              <a:t>Tasks Overview (1–7)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/>
              <a:t>Implementation Commands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/>
              <a:t>Results</a:t>
            </a:r>
          </a:p>
          <a:p>
            <a:pPr marL="457200" indent="-457200">
              <a:buFont typeface="Wingdings" panose="05000000000000000000" pitchFamily="2" charset="2"/>
              <a:buChar char="v"/>
            </a:pPr>
            <a:r>
              <a:rPr lang="en-US" sz="3200" dirty="0"/>
              <a:t>Conclusion &amp; Future Work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174A57-1410-B138-0B21-C76DB95E5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384" y="0"/>
            <a:ext cx="438161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9053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3231FC0-78BC-ADAF-CC7D-5C4641C794E5}"/>
              </a:ext>
            </a:extLst>
          </p:cNvPr>
          <p:cNvSpPr txBox="1"/>
          <p:nvPr/>
        </p:nvSpPr>
        <p:spPr>
          <a:xfrm>
            <a:off x="4621549" y="579587"/>
            <a:ext cx="4122821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Abstract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9BBCAD-9D95-0AD6-F2A0-AEEB87487391}"/>
              </a:ext>
            </a:extLst>
          </p:cNvPr>
          <p:cNvSpPr txBox="1"/>
          <p:nvPr/>
        </p:nvSpPr>
        <p:spPr>
          <a:xfrm>
            <a:off x="1111821" y="1643994"/>
            <a:ext cx="10598398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This project demonstrates the complete compilation process for a simplified programming language.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It includes all major compiler phases: Lexical Analysis, Syntax Analysis, AST generation, </a:t>
            </a:r>
            <a:r>
              <a:rPr lang="en-US" sz="3200" dirty="0" err="1"/>
              <a:t>Intermedite</a:t>
            </a:r>
            <a:r>
              <a:rPr lang="en-US" sz="3200" dirty="0"/>
              <a:t> Code Generation, Optimization, and Assembly Code Generation.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Tools used: Flex, Bison, GCC, and Python.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65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53B46C-35DE-EE01-3CC9-96787D5D3554}"/>
              </a:ext>
            </a:extLst>
          </p:cNvPr>
          <p:cNvSpPr txBox="1"/>
          <p:nvPr/>
        </p:nvSpPr>
        <p:spPr>
          <a:xfrm>
            <a:off x="4240291" y="606936"/>
            <a:ext cx="567890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180EA6-6D08-9E31-4C5D-4637E0D9EE80}"/>
              </a:ext>
            </a:extLst>
          </p:cNvPr>
          <p:cNvSpPr txBox="1"/>
          <p:nvPr/>
        </p:nvSpPr>
        <p:spPr>
          <a:xfrm>
            <a:off x="1174179" y="1733065"/>
            <a:ext cx="10411326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Objective: Design and implement a small compiler to translate source code into optimized intermediate and assembly representations.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Each phase developed modularly using C, Lex, </a:t>
            </a:r>
            <a:r>
              <a:rPr lang="en-US" sz="3200" dirty="0" err="1"/>
              <a:t>Yacc</a:t>
            </a:r>
            <a:r>
              <a:rPr lang="en-US" sz="3200" dirty="0"/>
              <a:t>, and Python.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Focused on language analysis, translation, and optimization.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786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51CE8C-2E46-BC87-E455-13E1F0CB768B}"/>
              </a:ext>
            </a:extLst>
          </p:cNvPr>
          <p:cNvSpPr txBox="1"/>
          <p:nvPr/>
        </p:nvSpPr>
        <p:spPr>
          <a:xfrm>
            <a:off x="2691451" y="544734"/>
            <a:ext cx="36896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System Design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386ADA-1F8C-D488-E5A6-66D73D26E3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0541" y="1206652"/>
            <a:ext cx="2979174" cy="522092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4A0689-86B1-8556-BCEC-C0F9A4A584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091" y="1314175"/>
            <a:ext cx="7912484" cy="4663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5780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0AD756-D2F0-47A2-C763-95489932223E}"/>
              </a:ext>
            </a:extLst>
          </p:cNvPr>
          <p:cNvSpPr txBox="1"/>
          <p:nvPr/>
        </p:nvSpPr>
        <p:spPr>
          <a:xfrm>
            <a:off x="1035304" y="661152"/>
            <a:ext cx="474846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Project Structure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7955B88-4F73-BE4F-4C1C-B50F267CD8E8}"/>
              </a:ext>
            </a:extLst>
          </p:cNvPr>
          <p:cNvSpPr txBox="1"/>
          <p:nvPr/>
        </p:nvSpPr>
        <p:spPr>
          <a:xfrm>
            <a:off x="1035304" y="1693218"/>
            <a:ext cx="6672481" cy="38164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The project contains multiple task folders and output files.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Each folder includes its respective code (lex/</a:t>
            </a:r>
            <a:r>
              <a:rPr lang="en-US" sz="3200" dirty="0" err="1"/>
              <a:t>yacc</a:t>
            </a:r>
            <a:r>
              <a:rPr lang="en-US" sz="3200" dirty="0"/>
              <a:t> files, Python scripts, input/output files).</a:t>
            </a:r>
          </a:p>
          <a:p>
            <a:pPr marL="457200" indent="-457200">
              <a:buFont typeface="Wingdings" panose="05000000000000000000" pitchFamily="2" charset="2"/>
              <a:buChar char="Ø"/>
            </a:pPr>
            <a:r>
              <a:rPr lang="en-US" sz="3200" dirty="0"/>
              <a:t>Outputs are stored in the 'outputs/' directory.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18DB4-78E1-ED2D-3CCB-892E5813ED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9786" y="123048"/>
            <a:ext cx="3732446" cy="261509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54F80E-3FE0-9B77-2EB3-BE68C3B300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0456" y="2738138"/>
            <a:ext cx="3771775" cy="251228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488D9B4-DE4B-07A7-5194-7B46EF27A19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9786" y="5250425"/>
            <a:ext cx="3732445" cy="14926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165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2FCA9D4-8E67-586D-B6E5-D714C8271314}"/>
              </a:ext>
            </a:extLst>
          </p:cNvPr>
          <p:cNvSpPr txBox="1"/>
          <p:nvPr/>
        </p:nvSpPr>
        <p:spPr>
          <a:xfrm>
            <a:off x="4018289" y="523270"/>
            <a:ext cx="585536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Tasks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44F79D-BD5A-B906-89B6-0722B45BA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8228" y="1781508"/>
            <a:ext cx="7628281" cy="4168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65286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591A49-4FC9-621D-7FA3-C620A0642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877" y="1245200"/>
            <a:ext cx="7910245" cy="4092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2875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FF9D8052-E090-DDD7-5AD7-A1EA3A0C1C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8707" y="3335865"/>
            <a:ext cx="8085521" cy="344347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74558A4-1FE4-B988-738D-81A59C7C4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8707" y="211394"/>
            <a:ext cx="7750212" cy="3124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795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71286B3C-B929-AF1E-F774-873E8A103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2758" y="707465"/>
            <a:ext cx="8702794" cy="4892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315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D17A374-B613-1DEF-2D64-4B60712755A1}"/>
              </a:ext>
            </a:extLst>
          </p:cNvPr>
          <p:cNvSpPr txBox="1"/>
          <p:nvPr/>
        </p:nvSpPr>
        <p:spPr>
          <a:xfrm>
            <a:off x="1983540" y="759210"/>
            <a:ext cx="49088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93CDAC7-763F-77F4-90E9-EDCD0A7CB4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3540" y="1593913"/>
            <a:ext cx="8224919" cy="32768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CD0A2C9-F129-8606-E87B-59D091C15E6D}"/>
              </a:ext>
            </a:extLst>
          </p:cNvPr>
          <p:cNvSpPr txBox="1"/>
          <p:nvPr/>
        </p:nvSpPr>
        <p:spPr>
          <a:xfrm>
            <a:off x="1884170" y="5001320"/>
            <a:ext cx="591953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Full project can be executed via 'run_and_show.sh'.</a:t>
            </a:r>
          </a:p>
        </p:txBody>
      </p:sp>
    </p:spTree>
    <p:extLst>
      <p:ext uri="{BB962C8B-B14F-4D97-AF65-F5344CB8AC3E}">
        <p14:creationId xmlns:p14="http://schemas.microsoft.com/office/powerpoint/2010/main" val="3993862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5B882F-84B9-1C82-EE8F-8F435D8C83E3}"/>
              </a:ext>
            </a:extLst>
          </p:cNvPr>
          <p:cNvSpPr txBox="1"/>
          <p:nvPr/>
        </p:nvSpPr>
        <p:spPr>
          <a:xfrm>
            <a:off x="4970466" y="380353"/>
            <a:ext cx="494096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5314343-61C0-C702-93CC-B9F01211F9B3}"/>
              </a:ext>
            </a:extLst>
          </p:cNvPr>
          <p:cNvSpPr txBox="1"/>
          <p:nvPr/>
        </p:nvSpPr>
        <p:spPr>
          <a:xfrm>
            <a:off x="1405754" y="1257949"/>
            <a:ext cx="9577137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200" dirty="0"/>
              <a:t>Each compiler phase successfully executed.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3200" dirty="0"/>
              <a:t>Generated outputs stored in the outputs/ directory:</a:t>
            </a:r>
          </a:p>
          <a:p>
            <a:r>
              <a:rPr lang="en-US" sz="3200" dirty="0"/>
              <a:t>   - task1_lexer_output.txt</a:t>
            </a:r>
          </a:p>
          <a:p>
            <a:r>
              <a:rPr lang="en-US" sz="3200" dirty="0"/>
              <a:t>   - task2_symbol_table_output.txt</a:t>
            </a:r>
          </a:p>
          <a:p>
            <a:r>
              <a:rPr lang="en-US" sz="3200" dirty="0"/>
              <a:t>   - task3_syntax_output.txt</a:t>
            </a:r>
          </a:p>
          <a:p>
            <a:r>
              <a:rPr lang="en-US" sz="3200" dirty="0"/>
              <a:t>   - task4_ast_output.txt</a:t>
            </a:r>
          </a:p>
          <a:p>
            <a:r>
              <a:rPr lang="en-US" sz="3200" dirty="0"/>
              <a:t>   - task5_icg_output.txt</a:t>
            </a:r>
          </a:p>
          <a:p>
            <a:r>
              <a:rPr lang="en-US" sz="3200" dirty="0"/>
              <a:t>   - task6_optimization_output.txt</a:t>
            </a:r>
          </a:p>
          <a:p>
            <a:r>
              <a:rPr lang="en-US" sz="3200" dirty="0"/>
              <a:t>   - task7_assembly_output.txt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375925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45975C-6B0F-F23F-B512-8C1903B2AFB2}"/>
              </a:ext>
            </a:extLst>
          </p:cNvPr>
          <p:cNvSpPr txBox="1"/>
          <p:nvPr/>
        </p:nvSpPr>
        <p:spPr>
          <a:xfrm>
            <a:off x="804174" y="848364"/>
            <a:ext cx="606184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Task 1 - Lexical Analysis(Tokenizer)</a:t>
            </a:r>
            <a:endParaRPr lang="en-US" sz="3200" dirty="0"/>
          </a:p>
          <a:p>
            <a:r>
              <a:rPr lang="en-US" sz="3200" b="1" dirty="0"/>
              <a:t> 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DC2D5B8-82C9-4B54-7C2F-016ED1E0D177}"/>
              </a:ext>
            </a:extLst>
          </p:cNvPr>
          <p:cNvSpPr txBox="1"/>
          <p:nvPr/>
        </p:nvSpPr>
        <p:spPr>
          <a:xfrm>
            <a:off x="804175" y="1402362"/>
            <a:ext cx="1475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Input: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29CE45-E4A5-FF09-E07A-BE17F015D9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175" y="2108735"/>
            <a:ext cx="2880360" cy="22555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4E599B-39FC-2A26-AB30-A80BA098B107}"/>
              </a:ext>
            </a:extLst>
          </p:cNvPr>
          <p:cNvSpPr txBox="1"/>
          <p:nvPr/>
        </p:nvSpPr>
        <p:spPr>
          <a:xfrm>
            <a:off x="4050230" y="1526139"/>
            <a:ext cx="24223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EC8B72-6CC2-37FD-51CE-4D7EC7217A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5112" y="2078830"/>
            <a:ext cx="3040380" cy="396027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3AE6356-EDDB-8A3F-983F-9995D0F8E5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5492" y="109238"/>
            <a:ext cx="2918460" cy="37859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B962532-5804-979E-B0C7-4F96FF70D9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25492" y="3895174"/>
            <a:ext cx="2918460" cy="2880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3673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6A9F83-FC04-834C-176B-132289CAFA9D}"/>
              </a:ext>
            </a:extLst>
          </p:cNvPr>
          <p:cNvSpPr txBox="1"/>
          <p:nvPr/>
        </p:nvSpPr>
        <p:spPr>
          <a:xfrm>
            <a:off x="625642" y="848408"/>
            <a:ext cx="745958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sz="32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Task 2 - Symbol Table Construction</a:t>
            </a:r>
            <a:endParaRPr lang="en-US" sz="32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  <a:p>
            <a:pPr marL="0" marR="0">
              <a:buNone/>
            </a:pPr>
            <a:r>
              <a:rPr lang="en-US" sz="1800" b="1" dirty="0">
                <a:effectLst/>
                <a:latin typeface="Arial" panose="020B0604020202020204" pitchFamily="34" charset="0"/>
                <a:ea typeface="Arial" panose="020B0604020202020204" pitchFamily="34" charset="0"/>
              </a:rPr>
              <a:t> </a:t>
            </a:r>
            <a:endParaRPr lang="en-US" sz="1400" dirty="0">
              <a:effectLst/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52FB683-E8BA-9515-62DD-FEACC1563556}"/>
              </a:ext>
            </a:extLst>
          </p:cNvPr>
          <p:cNvSpPr txBox="1"/>
          <p:nvPr/>
        </p:nvSpPr>
        <p:spPr>
          <a:xfrm>
            <a:off x="625642" y="1854715"/>
            <a:ext cx="121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Input: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5BBB86C-DB5A-ED80-F2FE-4990563835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42" y="2667000"/>
            <a:ext cx="2880360" cy="21336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4C50E33-C68E-8042-EB39-2BDE9C665DE6}"/>
              </a:ext>
            </a:extLst>
          </p:cNvPr>
          <p:cNvSpPr txBox="1"/>
          <p:nvPr/>
        </p:nvSpPr>
        <p:spPr>
          <a:xfrm>
            <a:off x="5582254" y="1854715"/>
            <a:ext cx="21015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82CB2CE-BB2F-CDB3-4350-08731BE5B7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4949" y="2667001"/>
            <a:ext cx="3977640" cy="2133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247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DAAB7-2979-A82F-B65F-A1DEAF8EEA6E}"/>
              </a:ext>
            </a:extLst>
          </p:cNvPr>
          <p:cNvSpPr txBox="1"/>
          <p:nvPr/>
        </p:nvSpPr>
        <p:spPr>
          <a:xfrm>
            <a:off x="946485" y="513975"/>
            <a:ext cx="445970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Task 3 - Syntax Analysis</a:t>
            </a:r>
            <a:endParaRPr lang="en-US" sz="3200" dirty="0"/>
          </a:p>
          <a:p>
            <a:r>
              <a:rPr lang="en-US" sz="3200" b="1" dirty="0"/>
              <a:t> </a:t>
            </a:r>
            <a:endParaRPr lang="en-US" sz="3200" dirty="0"/>
          </a:p>
          <a:p>
            <a:endParaRPr lang="en-US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0DFA0D5-FD56-1EC7-9A56-6D7FA4957E5F}"/>
              </a:ext>
            </a:extLst>
          </p:cNvPr>
          <p:cNvSpPr txBox="1"/>
          <p:nvPr/>
        </p:nvSpPr>
        <p:spPr>
          <a:xfrm>
            <a:off x="866273" y="1198167"/>
            <a:ext cx="231006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Input: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4DF7581-AE61-24EC-6365-42DEBD5836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85" y="1731507"/>
            <a:ext cx="3063240" cy="20726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D64B19-0A5D-EACF-93FE-BCFE81267032}"/>
              </a:ext>
            </a:extLst>
          </p:cNvPr>
          <p:cNvSpPr txBox="1"/>
          <p:nvPr/>
        </p:nvSpPr>
        <p:spPr>
          <a:xfrm>
            <a:off x="4523874" y="1183437"/>
            <a:ext cx="17646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9FD0B9-E71C-715F-87D7-58012D6CAD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874" y="1679789"/>
            <a:ext cx="3467100" cy="47593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E2FFD76-4744-CCFE-0BAD-F164DBAF50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0974" y="1676614"/>
            <a:ext cx="297942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5948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FA46DA0-15B4-FEDB-E9C3-C7ECF73F27BB}"/>
              </a:ext>
            </a:extLst>
          </p:cNvPr>
          <p:cNvSpPr txBox="1"/>
          <p:nvPr/>
        </p:nvSpPr>
        <p:spPr>
          <a:xfrm>
            <a:off x="1138988" y="871567"/>
            <a:ext cx="6192253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Task 4 - Abstract Syntax Tree (AST)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DA8EB9-D6F4-330F-0D22-43C5C2A8A71C}"/>
              </a:ext>
            </a:extLst>
          </p:cNvPr>
          <p:cNvSpPr txBox="1"/>
          <p:nvPr/>
        </p:nvSpPr>
        <p:spPr>
          <a:xfrm>
            <a:off x="1138988" y="1602905"/>
            <a:ext cx="28554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Input: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3084C34-47D9-1DA9-91FF-1CEF50D1D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390" y="2468736"/>
            <a:ext cx="2804160" cy="22631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21E6914-B5CB-4788-2B01-11F836F7CF8D}"/>
              </a:ext>
            </a:extLst>
          </p:cNvPr>
          <p:cNvSpPr txBox="1"/>
          <p:nvPr/>
        </p:nvSpPr>
        <p:spPr>
          <a:xfrm>
            <a:off x="6448925" y="1552732"/>
            <a:ext cx="17646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1819A7-D4C2-863D-14D8-7F3E7BBB1F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219" y="2075952"/>
            <a:ext cx="4175760" cy="3939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2952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6F5E51B-E053-06ED-9F7C-F502076A8340}"/>
              </a:ext>
            </a:extLst>
          </p:cNvPr>
          <p:cNvSpPr txBox="1"/>
          <p:nvPr/>
        </p:nvSpPr>
        <p:spPr>
          <a:xfrm>
            <a:off x="1347536" y="722235"/>
            <a:ext cx="6946232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Task 5 - Intermediate Code Generation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8FF2D8-3384-79D6-01D2-A468D38F403C}"/>
              </a:ext>
            </a:extLst>
          </p:cNvPr>
          <p:cNvSpPr txBox="1"/>
          <p:nvPr/>
        </p:nvSpPr>
        <p:spPr>
          <a:xfrm>
            <a:off x="1391051" y="1547823"/>
            <a:ext cx="12192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Input: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57FED8-B623-4CF4-1E43-01ADC0284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051" y="2358390"/>
            <a:ext cx="3070860" cy="214122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E2E62F-2BF6-16BE-D01A-5723DD157838}"/>
              </a:ext>
            </a:extLst>
          </p:cNvPr>
          <p:cNvSpPr txBox="1"/>
          <p:nvPr/>
        </p:nvSpPr>
        <p:spPr>
          <a:xfrm>
            <a:off x="6529137" y="1447979"/>
            <a:ext cx="20213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2376B9-251E-706B-FE4B-57F61C111E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4998" y="1954987"/>
            <a:ext cx="3177540" cy="416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9896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EBA4506-D9E4-AF02-735B-839EA0AC8EA1}"/>
              </a:ext>
            </a:extLst>
          </p:cNvPr>
          <p:cNvSpPr txBox="1"/>
          <p:nvPr/>
        </p:nvSpPr>
        <p:spPr>
          <a:xfrm>
            <a:off x="1042736" y="1040609"/>
            <a:ext cx="5678905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Task 6 - Code Optimization</a:t>
            </a:r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47787A-A648-F5F9-E3ED-7FB36CDDF83C}"/>
              </a:ext>
            </a:extLst>
          </p:cNvPr>
          <p:cNvSpPr txBox="1"/>
          <p:nvPr/>
        </p:nvSpPr>
        <p:spPr>
          <a:xfrm>
            <a:off x="1331494" y="1902383"/>
            <a:ext cx="154004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Input: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6999A8-FB44-6F01-F45F-4C5AFB5D1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8966" y="2510006"/>
            <a:ext cx="3025140" cy="333756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AC484F-E23D-0691-E29F-D442EAAE0837}"/>
              </a:ext>
            </a:extLst>
          </p:cNvPr>
          <p:cNvSpPr txBox="1"/>
          <p:nvPr/>
        </p:nvSpPr>
        <p:spPr>
          <a:xfrm>
            <a:off x="5406189" y="1986786"/>
            <a:ext cx="205338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Output: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7D2E36-3CA9-F73D-483A-08EEE4640E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30516" y="2594409"/>
            <a:ext cx="5943600" cy="2792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71128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BFD699-DF3A-E061-A888-41E9ED1EDA61}"/>
              </a:ext>
            </a:extLst>
          </p:cNvPr>
          <p:cNvSpPr txBox="1"/>
          <p:nvPr/>
        </p:nvSpPr>
        <p:spPr>
          <a:xfrm>
            <a:off x="1171075" y="1033373"/>
            <a:ext cx="7010400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/>
              <a:t>Task 7 - Assembly Code Generation</a:t>
            </a:r>
            <a:endParaRPr lang="en-US" sz="3200" dirty="0"/>
          </a:p>
          <a:p>
            <a:r>
              <a:rPr lang="en-US" sz="3200" b="1" dirty="0"/>
              <a:t> </a:t>
            </a:r>
            <a:endParaRPr lang="en-US" sz="3200" dirty="0"/>
          </a:p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F42E74-93EC-3CFA-EDB6-E545DC90E5CB}"/>
              </a:ext>
            </a:extLst>
          </p:cNvPr>
          <p:cNvSpPr txBox="1"/>
          <p:nvPr/>
        </p:nvSpPr>
        <p:spPr>
          <a:xfrm>
            <a:off x="1179496" y="1895147"/>
            <a:ext cx="18929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Input: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0F4418-4D2E-FCC6-8DEA-C9F2F38DFC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411" y="2603032"/>
            <a:ext cx="2903220" cy="290322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9FF1EE0-F3C4-3895-A0BF-F8D7B4AE7778}"/>
              </a:ext>
            </a:extLst>
          </p:cNvPr>
          <p:cNvSpPr txBox="1"/>
          <p:nvPr/>
        </p:nvSpPr>
        <p:spPr>
          <a:xfrm>
            <a:off x="5177790" y="1768627"/>
            <a:ext cx="1379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Output: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E9B08F-84EA-4791-5CD0-85C7B526CA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9675" y="2233702"/>
            <a:ext cx="5943600" cy="3967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1387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3C2D21E-3A69-3B93-5FB5-D29A6B303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7089" y="890968"/>
            <a:ext cx="8687553" cy="4892464"/>
          </a:xfrm>
          <a:prstGeom prst="rect">
            <a:avLst/>
          </a:prstGeom>
        </p:spPr>
      </p:pic>
      <p:sp>
        <p:nvSpPr>
          <p:cNvPr id="10" name="TextBox 9">
            <a:hlinkClick r:id="rId3"/>
            <a:extLst>
              <a:ext uri="{FF2B5EF4-FFF2-40B4-BE49-F238E27FC236}">
                <a16:creationId xmlns:a16="http://schemas.microsoft.com/office/drawing/2014/main" id="{8DDA6F6C-ADA9-B01F-4FBD-369F2CB16DD3}"/>
              </a:ext>
            </a:extLst>
          </p:cNvPr>
          <p:cNvSpPr txBox="1"/>
          <p:nvPr/>
        </p:nvSpPr>
        <p:spPr>
          <a:xfrm>
            <a:off x="9340645" y="5967032"/>
            <a:ext cx="26448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More_Details_Link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1350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386</Words>
  <Application>Microsoft Office PowerPoint</Application>
  <PresentationFormat>Widescreen</PresentationFormat>
  <Paragraphs>73</Paragraphs>
  <Slides>20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Calibri Light</vt:lpstr>
      <vt:lpstr>Wingdings</vt:lpstr>
      <vt:lpstr>Office Theme</vt:lpstr>
      <vt:lpstr>Mini_Compiler_Project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swapnasikder55@gmail.com</dc:creator>
  <cp:lastModifiedBy>swapnasikder55@gmail.com</cp:lastModifiedBy>
  <cp:revision>1</cp:revision>
  <dcterms:created xsi:type="dcterms:W3CDTF">2025-10-18T13:33:12Z</dcterms:created>
  <dcterms:modified xsi:type="dcterms:W3CDTF">2025-10-18T13:46:55Z</dcterms:modified>
</cp:coreProperties>
</file>